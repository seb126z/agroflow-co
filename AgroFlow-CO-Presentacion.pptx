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AgroFlow CO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AgroFlow CO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 precios mayoristas agrícolas — SIPSA-DANE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Carrillo Naranjo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datos reales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Conectarse al servicio SOAP de SIPSA-DANE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validación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80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4 fuentes distintas a un esquema único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automatización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sin duplicados + corridas diarias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y una app web propia, mismos datos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623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solo, sin depender de una PC prendida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Extracción de datos reales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fuente: SIPSA-DANE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SIPSA (Sistema de Información de Precios y Abastecimiento del Sector Agropecuario) es el sistema oficial del DANE que reporta precios mayoristas en centrales de abastos de todo el país.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servicio SOAP antiguo, sin documentación moderna — hubo que inspeccionar el WSDL en vivo para descubrir qué operaciones existen realmente, antes de escribir una sola línea del extractor.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406640" y="1554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SOAP descubiertas por inspección directa del WSDL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precios mayoristas usadas en el pipeline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663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B6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2020-2026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5440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real de datos ya cargados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reales del servicio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WSDL anuncia HTTP, pero redirige a HTTPS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202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redirección rompe el POST SOAP — el cliente se apunta directo al endpoint HTTPS real.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88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filtros de fecha ni producto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089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devuelve TODO el histórico disponible — cientos de miles de filas por operación.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776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corta la conexión en respuestas grandes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976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extractor parsea en streaming y conserva lo recibido en vez de perderlo todo (corridas "parciales").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 cliente SOAP propio (requests + lxml en streaming), no una librería genérica.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validación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 formatos distintos a 1 esquema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64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promediosSipsaMesMadr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37560" y="1664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promediosSipsaSemanaMadr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89320" y="1664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promediosSipsaParcial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1554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1664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promediosSipsaCiudad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606040"/>
            <a:ext cx="274320" cy="365760"/>
          </a:xfrm>
          <a:prstGeom prst="downArrow">
            <a:avLst/>
          </a:prstGeom>
          <a:solidFill>
            <a:srgbClr val="5B616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310896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D726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sipsa_price_observations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5478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único (pandas)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normaliza cada fuente a las mismas columnas (producto, ciudad, mercado, fechas, precios).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validan fechas y precios — una fila inválida se descarta, nunca se inventa un valor para "completarla".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real: el bug del "NaN"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ausente en una fuente (p. ej. ciudad en los datos mensuales) llegaba como NaN de pandas y se guardaba como el texto literal "NaN" en vez de quedar vacío.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"NaN" aparecía como una ciudad más en los filtros, contaminando promedios y agregaciones.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raíz: pandas no puede guardar None en una columna 100% vacía — queda en float64 y lo reconvierte a NaN solo.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880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saneo real ocurre justo antes de escribir a la base (sobre dicts de Python sueltos de cualquier dtype).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UPSERT ahora autocorrige filas viejas al reextraer — no solo evita el bug a futuro, lo repara.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y automatización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sin duplicados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SIPSA no entrega un ID de negocio estable, así que se calcula una </a:t>
            </a:r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natural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(hash de fuente + fecha + ubicación + producto) para hacer upsert y nunca duplicar una observación.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instalado nativo en Windows (se intentó con Docker primero, pero el equipo no soportaba WSL2 — otra decisión técnica real tomada en el camino).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1554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997,607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reales cargadas (datos verificados, no simulados)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 / 22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distintos / ciudades distintas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en 2 capas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Task Scheduler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de PowerShell corre el pipeline en horario fijo en la máquina de desarrollo.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— GitHub Actions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diario que extrae de SIPSA y carga directo a PostgreSQL en la nube (Neon).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033272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29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B no depende de ninguna PC prendida: corre sola todos los días, directo contra la base pública.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862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.github/workflows/sync-cloud-db.yml  ·  cron diario 09:00 UTC (4:00am Colombia)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filtros dinámicos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SQL calculan promedios mensuales y variación % mes a mes por producto y mercado, listas para alimentar filtros dinámicos.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80360" y="25603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12080" y="25603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fechas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256032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4380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(mensual/semanal/parcial/diario)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v_sipsa_precio_mensual_producto  ·  v_sipsa_variacion_mensual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dashboards, una misma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dinámicos: producto, ciudad, fecha, fuente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directo a Neon (nube)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programada diaria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Gateway — el origen ya es en la nube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D726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web propia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capa de solo lectura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propio (blanco, acentos rojos)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 en Render — redeploy automático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Buscador, filtros y tabla de detalle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en la nube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corre solo, sin depender de una PC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938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50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2258568"/>
            <a:ext cx="457200" cy="164592"/>
          </a:xfrm>
          <a:prstGeom prst="rightArrow">
            <a:avLst/>
          </a:prstGeom>
          <a:solidFill>
            <a:srgbClr val="5B616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280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D726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1389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diario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4688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0906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en push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709928"/>
            <a:ext cx="457200" cy="164592"/>
          </a:xfrm>
          <a:prstGeom prst="rightArrow">
            <a:avLst/>
          </a:prstGeom>
          <a:solidFill>
            <a:srgbClr val="5B6168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03720" y="1389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901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 la nube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898648"/>
            <a:ext cx="457200" cy="164592"/>
          </a:xfrm>
          <a:prstGeom prst="rightArrow">
            <a:avLst/>
          </a:prstGeom>
          <a:solidFill>
            <a:srgbClr val="5B6168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(vivo)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090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64040" y="1709928"/>
            <a:ext cx="457200" cy="164592"/>
          </a:xfrm>
          <a:prstGeom prst="rightArrow">
            <a:avLst/>
          </a:prstGeom>
          <a:solidFill>
            <a:srgbClr val="5B616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0" y="12801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5B61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95560" y="1389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1901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diario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31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997,607 filas reales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base pública (518 MB — copia liviana, sin el JSON crudo por fila) dentro del límite gratuito de Neon.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desarrollo local (completa, con todo el detalle crudo) sigue intacta — esta es solo la copia pública.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 preguntas de negocio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en el trabajo preliminar]  →  respondida con: [gráfica / filtro]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en el trabajo preliminar]  →  respondida con: [gráfica / filtro]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en el trabajo preliminar]  →  respondida con: [gráfica / filtro]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en el trabajo preliminar]  →  respondida con: [gráfica / filtro]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778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 en el trabajo preliminar]  →  respondida con: [gráfica / filtro]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480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en GitHub, con guía de instalación para correrlo desde cero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 son reales — verificados en vivo contra el servicio oficial de DANE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394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más fuentes de SIPSA, más visuales, app móvil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groFlowCO">
  <a:themeElements>
    <a:clrScheme name="AgroFlowCO">
      <a:dk1>
        <a:srgbClr val="1A1A1A"/>
      </a:dk1>
      <a:lt1>
        <a:srgbClr val="FFFFFF"/>
      </a:lt1>
      <a:dk2>
        <a:srgbClr val="2B2B2B"/>
      </a:dk2>
      <a:lt2>
        <a:srgbClr val="F3F4F6"/>
      </a:lt2>
      <a:accent1>
        <a:srgbClr val="D7263D"/>
      </a:accent1>
      <a:accent2>
        <a:srgbClr val="2C5F2D"/>
      </a:accent2>
      <a:accent3>
        <a:srgbClr val="5B6168"/>
      </a:accent3>
      <a:accent4>
        <a:srgbClr val="97BC62"/>
      </a:accent4>
      <a:accent5>
        <a:srgbClr val="8B1A29"/>
      </a:accent5>
      <a:accent6>
        <a:srgbClr val="F3F4F6"/>
      </a:accent6>
      <a:hlink>
        <a:srgbClr val="D7263D"/>
      </a:hlink>
      <a:folHlink>
        <a:srgbClr val="8B1A29"/>
      </a:folHlink>
    </a:clrScheme>
    <a:fontScheme name="AgroFlow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2026-10-28T07:30:11Z</dcterms:created>
  <dcterms:modified xsi:type="dcterms:W3CDTF">2026-10-28T07:30:11Z</dcterms:modified>
</cp:coreProperties>
</file>